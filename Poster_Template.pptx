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4" r:id="rId2"/>
    <p:sldMasterId id="2147483670" r:id="rId3"/>
  </p:sldMasterIdLst>
  <p:notesMasterIdLst>
    <p:notesMasterId r:id="rId5"/>
  </p:notesMasterIdLst>
  <p:sldIdLst>
    <p:sldId id="270" r:id="rId4"/>
  </p:sldIdLst>
  <p:sldSz cx="37388800" cy="21031200"/>
  <p:notesSz cx="6858000" cy="9144000"/>
  <p:defaultTextStyle>
    <a:defPPr>
      <a:defRPr lang="en-US"/>
    </a:defPPr>
    <a:lvl1pPr marL="0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1pPr>
    <a:lvl2pPr marL="1672026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2pPr>
    <a:lvl3pPr marL="3344052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3pPr>
    <a:lvl4pPr marL="5016078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4pPr>
    <a:lvl5pPr marL="6688104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5pPr>
    <a:lvl6pPr marL="8360131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6pPr>
    <a:lvl7pPr marL="10032157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7pPr>
    <a:lvl8pPr marL="11704183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8pPr>
    <a:lvl9pPr marL="13376209" algn="l" defTabSz="1672026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23" userDrawn="1">
          <p15:clr>
            <a:srgbClr val="A4A3A4"/>
          </p15:clr>
        </p15:guide>
        <p15:guide id="2" orient="horz" pos="2519" userDrawn="1">
          <p15:clr>
            <a:srgbClr val="A4A3A4"/>
          </p15:clr>
        </p15:guide>
        <p15:guide id="3" orient="horz" pos="6624" userDrawn="1">
          <p15:clr>
            <a:srgbClr val="A4A3A4"/>
          </p15:clr>
        </p15:guide>
        <p15:guide id="4" orient="horz" pos="12770" userDrawn="1">
          <p15:clr>
            <a:srgbClr val="A4A3A4"/>
          </p15:clr>
        </p15:guide>
        <p15:guide id="5" pos="11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D5C"/>
    <a:srgbClr val="0D1C29"/>
    <a:srgbClr val="285D8B"/>
    <a:srgbClr val="73FCD6"/>
    <a:srgbClr val="C4FBDB"/>
    <a:srgbClr val="253197"/>
    <a:srgbClr val="1876D2"/>
    <a:srgbClr val="62A6FF"/>
    <a:srgbClr val="69AF72"/>
    <a:srgbClr val="35C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4" autoAdjust="0"/>
    <p:restoredTop sz="94555"/>
  </p:normalViewPr>
  <p:slideViewPr>
    <p:cSldViewPr snapToGrid="0" snapToObjects="1">
      <p:cViewPr varScale="1">
        <p:scale>
          <a:sx n="34" d="100"/>
          <a:sy n="34" d="100"/>
        </p:scale>
        <p:origin x="952" y="256"/>
      </p:cViewPr>
      <p:guideLst>
        <p:guide orient="horz" pos="7123"/>
        <p:guide orient="horz" pos="2519"/>
        <p:guide orient="horz" pos="6624"/>
        <p:guide orient="horz" pos="12770"/>
        <p:guide pos="117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226DC-0B18-2841-BC1E-2908F4F5C315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2A7EC-0ABF-7C4D-AC21-D3726D43D0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658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5061-3A5E-4ABD-4ABD-0DC52D11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B62899C-AC3E-2049-BF53-DA26CA318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80DF7F-2307-BC81-9218-D1DEB2D1D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299E24-A44A-17B7-B096-800DDC92C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2A7EC-0ABF-7C4D-AC21-D3726D43D04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8274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 - Title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918198" y="4899101"/>
            <a:ext cx="17326517" cy="644069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19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918198" y="12198896"/>
            <a:ext cx="17326517" cy="809375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19152680" y="12696309"/>
            <a:ext cx="17326517" cy="387089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19152680" y="17426304"/>
            <a:ext cx="17326517" cy="287415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9152680" y="4876533"/>
            <a:ext cx="17326517" cy="694535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36823" y="4017434"/>
            <a:ext cx="17326517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19152680" y="11837210"/>
            <a:ext cx="17326517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8198" y="11339797"/>
            <a:ext cx="17326517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19152680" y="16567205"/>
            <a:ext cx="17326517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9125460" y="3994131"/>
            <a:ext cx="17326517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F199AD4-0EA3-4BDC-ABE9-9A14813CB5AF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4C77B9B-CD55-4E57-8C58-3E04168689E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43831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918198" y="4830729"/>
            <a:ext cx="17326517" cy="64684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918198" y="12198896"/>
            <a:ext cx="17326517" cy="802341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792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marL="0" lvl="0" indent="0" algn="l" defTabSz="1667512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19152680" y="12156356"/>
            <a:ext cx="17326517" cy="3807928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19152680" y="16823382"/>
            <a:ext cx="17326517" cy="339892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9152680" y="4873269"/>
            <a:ext cx="17326517" cy="6466529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792" baseline="0" dirty="0"/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36823" y="3971630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19152680" y="11324492"/>
            <a:ext cx="17326517" cy="8338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8198" y="11339797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19152680" y="15964284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9152680" y="4014171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AC357BC-3AFB-405E-8FF3-D0A360D24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688D7C6-04D9-4D5D-9A5D-29B370F569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44FF322-D47D-4464-B844-DC743414E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BF36419-B598-4BAC-9441-AC9678FB940D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614E4B8E-EDA0-4700-AA17-99D058D6D8F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  <p:sp>
        <p:nvSpPr>
          <p:cNvPr id="25" name="Content Placeholder 27">
            <a:extLst>
              <a:ext uri="{FF2B5EF4-FFF2-40B4-BE49-F238E27FC236}">
                <a16:creationId xmlns:a16="http://schemas.microsoft.com/office/drawing/2014/main" id="{AF3A7DDC-C6B0-45AF-AAF3-27739BCDD0D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36823" y="4830729"/>
            <a:ext cx="17326517" cy="64684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5D2F364-58F5-4530-922B-C29F522E37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5449" y="3971630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A9D9DDBF-5718-4374-8291-5B313DD9D51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18198" y="12144928"/>
            <a:ext cx="17326517" cy="8023413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792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marL="0" lvl="0" indent="0" algn="l" defTabSz="1667512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33" name="Content Placeholder 27">
            <a:extLst>
              <a:ext uri="{FF2B5EF4-FFF2-40B4-BE49-F238E27FC236}">
                <a16:creationId xmlns:a16="http://schemas.microsoft.com/office/drawing/2014/main" id="{0AE30B2E-9829-4C57-B1CC-8642CCFAC05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9152680" y="16769415"/>
            <a:ext cx="17326517" cy="3398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3E552215-CE29-4E31-BDBA-E6B2DD9F1C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8198" y="11285830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8" name="Content Placeholder 27">
            <a:extLst>
              <a:ext uri="{FF2B5EF4-FFF2-40B4-BE49-F238E27FC236}">
                <a16:creationId xmlns:a16="http://schemas.microsoft.com/office/drawing/2014/main" id="{6AC49ADC-426F-40E7-9EA0-CA366354B5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36823" y="4776762"/>
            <a:ext cx="17326517" cy="6468478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5A100330-17D1-4724-BABC-D4A5412584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5449" y="3917663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8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 -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7">
            <a:extLst>
              <a:ext uri="{FF2B5EF4-FFF2-40B4-BE49-F238E27FC236}">
                <a16:creationId xmlns:a16="http://schemas.microsoft.com/office/drawing/2014/main" id="{5825B0F0-C23C-450A-AA7E-6EA5D474E4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8198" y="4853297"/>
            <a:ext cx="17326517" cy="644591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0" name="Content Placeholder 27">
            <a:extLst>
              <a:ext uri="{FF2B5EF4-FFF2-40B4-BE49-F238E27FC236}">
                <a16:creationId xmlns:a16="http://schemas.microsoft.com/office/drawing/2014/main" id="{CD267344-8A0E-459F-995C-42E287C57EC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18198" y="12198896"/>
            <a:ext cx="17326517" cy="80234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792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marL="0" lvl="0" indent="0" algn="l" defTabSz="1667512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25" name="Content Placeholder 27">
            <a:extLst>
              <a:ext uri="{FF2B5EF4-FFF2-40B4-BE49-F238E27FC236}">
                <a16:creationId xmlns:a16="http://schemas.microsoft.com/office/drawing/2014/main" id="{28E4321A-7495-40D7-9A70-80FD19E10C1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9152680" y="12156356"/>
            <a:ext cx="17326517" cy="3807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7" name="Content Placeholder 27">
            <a:extLst>
              <a:ext uri="{FF2B5EF4-FFF2-40B4-BE49-F238E27FC236}">
                <a16:creationId xmlns:a16="http://schemas.microsoft.com/office/drawing/2014/main" id="{E7B63C5F-DD9D-48D9-B23A-67B836F924E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9152680" y="16744476"/>
            <a:ext cx="17326517" cy="34778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F5CCA8A4-6409-49AE-8C39-0D34D656D90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9152680" y="4912163"/>
            <a:ext cx="17326517" cy="64276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792" baseline="0" dirty="0"/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36823" y="4053065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19152680" y="11324492"/>
            <a:ext cx="17326517" cy="8338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8198" y="11339797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19152680" y="15885378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9152680" y="4039345"/>
            <a:ext cx="17326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AC357BC-3AFB-405E-8FF3-D0A360D24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688D7C6-04D9-4D5D-9A5D-29B370F569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44FF322-D47D-4464-B844-DC743414E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BF36419-B598-4BAC-9441-AC9678FB940D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0321715D-A502-427D-9EBD-6E52C2C2C4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55167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422277" y="4983757"/>
            <a:ext cx="11854985" cy="63246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792" baseline="0"/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422277" y="12198896"/>
            <a:ext cx="11854985" cy="802341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5080174" y="4913413"/>
            <a:ext cx="11854985" cy="947134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5080174" y="15243859"/>
            <a:ext cx="11854985" cy="497844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792" baseline="0"/>
            </a:lvl1pPr>
          </a:lstStyle>
          <a:p>
            <a:pPr marL="0" marR="0" lvl="0" indent="0" algn="l" defTabSz="16675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792" dirty="0"/>
              <a:t>Insert content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2766909" y="4913414"/>
            <a:ext cx="11854985" cy="1530889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22277" y="4102252"/>
            <a:ext cx="11854985" cy="88150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0174" y="4054315"/>
            <a:ext cx="11854985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22277" y="11339797"/>
            <a:ext cx="11854985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5080174" y="14384761"/>
            <a:ext cx="11854985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2766909" y="4054315"/>
            <a:ext cx="11854985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AB56EBE-9A76-4879-9A8F-1F0004C1CF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93100B7-D37F-4DA6-A959-BA63676AA1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F7C14D8-C7DB-4BA5-9BB7-B842DD9823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04ECFF3-5172-463E-9D42-1DBDE02CC395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5383199F-A253-4076-8318-EEA9E9C8BC6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183002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422277" y="4996162"/>
            <a:ext cx="11854985" cy="631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2792" baseline="0" dirty="0"/>
            </a:lvl1pPr>
          </a:lstStyle>
          <a:p>
            <a:pPr marL="0" lvl="0" indent="0">
              <a:buNone/>
            </a:pPr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422277" y="12198896"/>
            <a:ext cx="11854985" cy="802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2792" baseline="0" dirty="0"/>
            </a:lvl1pPr>
          </a:lstStyle>
          <a:p>
            <a:pPr marL="0" lvl="0" indent="0">
              <a:buNone/>
            </a:pPr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5080174" y="4996161"/>
            <a:ext cx="11854985" cy="9451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5128598" y="15290694"/>
            <a:ext cx="11854985" cy="493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2792" baseline="0" dirty="0"/>
            </a:lvl1pPr>
          </a:lstStyle>
          <a:p>
            <a:pPr marL="0" lvl="0" indent="0">
              <a:buNone/>
            </a:pPr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2766909" y="4973754"/>
            <a:ext cx="11854985" cy="1524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22277" y="4114657"/>
            <a:ext cx="11854985" cy="88150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5128598" y="406557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22277" y="1133979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5080174" y="1444747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2766908" y="4114656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65D7D444-4C65-4FC5-9FB1-0269ABDE32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B38BBDF-0F0F-4E47-97FC-422E8385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04FB266E-5D1A-4CB8-A82A-FE166C9A2F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4C0AACE-7FAE-4F0A-A42E-3333BB7A357B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6FAFC182-8D93-4F95-89B7-206D70F2E08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1076852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5080174" y="4942399"/>
            <a:ext cx="11854985" cy="9442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3" name="Content Placeholder 27">
            <a:extLst>
              <a:ext uri="{FF2B5EF4-FFF2-40B4-BE49-F238E27FC236}">
                <a16:creationId xmlns:a16="http://schemas.microsoft.com/office/drawing/2014/main" id="{CCEF8FDC-3C6B-4F97-9238-7CF4427EBA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2766909" y="4973754"/>
            <a:ext cx="11854985" cy="152485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41" name="Content Placeholder 27">
            <a:extLst>
              <a:ext uri="{FF2B5EF4-FFF2-40B4-BE49-F238E27FC236}">
                <a16:creationId xmlns:a16="http://schemas.microsoft.com/office/drawing/2014/main" id="{DEE20BFA-D855-4417-B561-E81BECEE2D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53641" y="4883532"/>
            <a:ext cx="11806561" cy="6456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42" name="Content Placeholder 27">
            <a:extLst>
              <a:ext uri="{FF2B5EF4-FFF2-40B4-BE49-F238E27FC236}">
                <a16:creationId xmlns:a16="http://schemas.microsoft.com/office/drawing/2014/main" id="{0BC52B3A-BFA9-4C9E-AD7B-F359F818A4CB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53641" y="12198895"/>
            <a:ext cx="11806561" cy="802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43" name="Content Placeholder 27">
            <a:extLst>
              <a:ext uri="{FF2B5EF4-FFF2-40B4-BE49-F238E27FC236}">
                <a16:creationId xmlns:a16="http://schemas.microsoft.com/office/drawing/2014/main" id="{46C12C71-92A6-4977-8C4D-66473D9AF07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25063114" y="15306575"/>
            <a:ext cx="11806561" cy="49157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22277" y="4083301"/>
            <a:ext cx="11854985" cy="88150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5128598" y="406557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22277" y="1133979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5080174" y="14447477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2775437" y="4083300"/>
            <a:ext cx="1185498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65D7D444-4C65-4FC5-9FB1-0269ABDE32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B38BBDF-0F0F-4E47-97FC-422E8385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04FB266E-5D1A-4CB8-A82A-FE166C9A2F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FF27704-DDEE-4E57-B687-C7ACF42AEC8F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EEAC00DD-6C56-4F62-B910-8401941C7D6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57359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2256595" y="18217097"/>
            <a:ext cx="14222603" cy="20303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812800" y="4887614"/>
            <a:ext cx="17556480" cy="341874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2256595" y="12796477"/>
            <a:ext cx="14222602" cy="417204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843062" y="12778473"/>
            <a:ext cx="20634225" cy="740331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19033846" y="4933260"/>
            <a:ext cx="17445350" cy="34164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812800" y="9524334"/>
            <a:ext cx="17556480" cy="20518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19033846" y="9530410"/>
            <a:ext cx="17445350" cy="20518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2B8CCB4-8B31-4EB1-97FB-7D8690B1245E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5017DF69-7C8D-4158-B613-DFB468B83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1" y="4062679"/>
            <a:ext cx="35666395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3430DEE1-D55D-4096-9627-5E1B8BAB0D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4334" y="8671312"/>
            <a:ext cx="35674862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D1DC0CF8-67FF-4BD5-ACCD-3B5E60C9D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335" y="11937379"/>
            <a:ext cx="20672952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i="0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78372EB6-D4BE-48C5-A125-ACEEC943D2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56595" y="11931303"/>
            <a:ext cx="14222602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0A08ABC9-7C92-43A3-A6B8-8ADFCAEC4F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256595" y="17357999"/>
            <a:ext cx="14222602" cy="859098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38" name="Bildplatzhalter 5">
            <a:extLst>
              <a:ext uri="{FF2B5EF4-FFF2-40B4-BE49-F238E27FC236}">
                <a16:creationId xmlns:a16="http://schemas.microsoft.com/office/drawing/2014/main" id="{613F02CD-5335-44B9-871F-E617DB870A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008117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7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812800" y="4972141"/>
            <a:ext cx="17556480" cy="3334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2248680" y="12796477"/>
            <a:ext cx="14230516" cy="4172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2248680" y="18217097"/>
            <a:ext cx="14230517" cy="20303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812800" y="12844118"/>
            <a:ext cx="20634225" cy="7403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19033846" y="4941034"/>
            <a:ext cx="17445350" cy="3334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812800" y="9524334"/>
            <a:ext cx="17556480" cy="2051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19033846" y="9530410"/>
            <a:ext cx="17445350" cy="2051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1" y="4062679"/>
            <a:ext cx="35666395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2248680" y="11931303"/>
            <a:ext cx="14230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804334" y="8671312"/>
            <a:ext cx="35674862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2248680" y="17357999"/>
            <a:ext cx="14230517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804335" y="11937379"/>
            <a:ext cx="20672952" cy="85909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973DF0B-11B5-43CD-9357-99AC592F4D37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9" name="Bildplatzhalter 5">
            <a:extLst>
              <a:ext uri="{FF2B5EF4-FFF2-40B4-BE49-F238E27FC236}">
                <a16:creationId xmlns:a16="http://schemas.microsoft.com/office/drawing/2014/main" id="{7FD9C073-D1A2-499F-A080-5EE296F4C8D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686771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7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812800" y="4972141"/>
            <a:ext cx="17556480" cy="333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2262875" y="12796477"/>
            <a:ext cx="14350111" cy="41720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2291445" y="18217097"/>
            <a:ext cx="14321541" cy="2128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843062" y="12844118"/>
            <a:ext cx="20634225" cy="75012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19113597" y="4941034"/>
            <a:ext cx="17499389" cy="333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812800" y="9524334"/>
            <a:ext cx="17556480" cy="2051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19070833" y="9530410"/>
            <a:ext cx="17542154" cy="2051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804334" y="4062679"/>
            <a:ext cx="35808653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2262875" y="11931303"/>
            <a:ext cx="14350111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804334" y="8613756"/>
            <a:ext cx="35794457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2305641" y="17357999"/>
            <a:ext cx="14307346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804335" y="11937378"/>
            <a:ext cx="20672952" cy="893941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Results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860" y="67128"/>
            <a:ext cx="26321081" cy="13860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718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3860" y="1488372"/>
            <a:ext cx="26321081" cy="99227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385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3860" y="2515813"/>
            <a:ext cx="26321081" cy="76506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38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5BBD647-7E67-44DE-9362-A8FB1EF302C5}"/>
              </a:ext>
            </a:extLst>
          </p:cNvPr>
          <p:cNvSpPr/>
          <p:nvPr userDrawn="1"/>
        </p:nvSpPr>
        <p:spPr>
          <a:xfrm>
            <a:off x="16284" y="1629769"/>
            <a:ext cx="5533860" cy="769441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4388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6B551D59-9F5B-4576-8ACB-A68398FE1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282037" y="484618"/>
            <a:ext cx="4169940" cy="243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89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  <p:sp>
        <p:nvSpPr>
          <p:cNvPr id="27" name="Content Placeholder 27">
            <a:extLst>
              <a:ext uri="{FF2B5EF4-FFF2-40B4-BE49-F238E27FC236}">
                <a16:creationId xmlns:a16="http://schemas.microsoft.com/office/drawing/2014/main" id="{712EF30D-EE91-4D79-9EDC-995C01D53FF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51529" y="4972141"/>
            <a:ext cx="17556480" cy="333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5AFD03C1-EF92-4E49-83FC-4233EE2AECF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9152326" y="4941034"/>
            <a:ext cx="17499389" cy="3334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2" name="Content Placeholder 27">
            <a:extLst>
              <a:ext uri="{FF2B5EF4-FFF2-40B4-BE49-F238E27FC236}">
                <a16:creationId xmlns:a16="http://schemas.microsoft.com/office/drawing/2014/main" id="{D337F9FD-5C9B-4218-BC7A-0F1B8756FEB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51529" y="9524334"/>
            <a:ext cx="17556480" cy="2051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2792" baseline="0"/>
            </a:lvl1pPr>
          </a:lstStyle>
          <a:p>
            <a:pPr lvl="0"/>
            <a:r>
              <a:rPr lang="en-US" sz="2792" dirty="0"/>
              <a:t>Insert content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9EF26DD-F5DC-44BC-A5F7-1F9A731DF4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3063" y="4062679"/>
            <a:ext cx="35808653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Introduction/Abstract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DFA0207F-1DBB-4EED-8FBE-20DE0B03306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3063" y="8613756"/>
            <a:ext cx="35794457" cy="85909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3989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3989" dirty="0"/>
              <a:t>(Insert)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7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Grafiken, Logo, Schrift enthält.&#10;&#10;KI-generierte Inhalte können fehlerhaft sein.">
            <a:extLst>
              <a:ext uri="{FF2B5EF4-FFF2-40B4-BE49-F238E27FC236}">
                <a16:creationId xmlns:a16="http://schemas.microsoft.com/office/drawing/2014/main" id="{17C4281D-81FE-B82B-67DF-2908360280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37388800" cy="210312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7E207E6D-D5F4-4842-A41C-96EBAA945EBC}"/>
              </a:ext>
            </a:extLst>
          </p:cNvPr>
          <p:cNvSpPr/>
          <p:nvPr userDrawn="1"/>
        </p:nvSpPr>
        <p:spPr>
          <a:xfrm>
            <a:off x="19150361" y="4009293"/>
            <a:ext cx="17326517" cy="162481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192" tIns="45596" rIns="91192" bIns="455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de-DE" sz="6582">
              <a:solidFill>
                <a:schemeClr val="dk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8B77BE-7691-47CD-BE3D-D7E5C39D8D2C}"/>
              </a:ext>
            </a:extLst>
          </p:cNvPr>
          <p:cNvSpPr/>
          <p:nvPr userDrawn="1"/>
        </p:nvSpPr>
        <p:spPr>
          <a:xfrm>
            <a:off x="911922" y="4009293"/>
            <a:ext cx="17326517" cy="162481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6582"/>
          </a:p>
        </p:txBody>
      </p:sp>
    </p:spTree>
    <p:extLst>
      <p:ext uri="{BB962C8B-B14F-4D97-AF65-F5344CB8AC3E}">
        <p14:creationId xmlns:p14="http://schemas.microsoft.com/office/powerpoint/2010/main" val="391271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9" r:id="rId2"/>
    <p:sldLayoutId id="2147483689" r:id="rId3"/>
  </p:sldLayoutIdLst>
  <p:txStyles>
    <p:titleStyle>
      <a:lvl1pPr algn="ctr" defTabSz="1667512" rtl="0" eaLnBrk="1" latinLnBrk="0" hangingPunct="1">
        <a:spcBef>
          <a:spcPct val="0"/>
        </a:spcBef>
        <a:buNone/>
        <a:defRPr sz="160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0634" indent="-1250634" algn="l" defTabSz="1667512" rtl="0" eaLnBrk="1" latinLnBrk="0" hangingPunct="1">
        <a:spcBef>
          <a:spcPct val="20000"/>
        </a:spcBef>
        <a:buFont typeface="Arial"/>
        <a:buChar char="•"/>
        <a:defRPr sz="11668" kern="1200">
          <a:solidFill>
            <a:schemeClr val="tx1"/>
          </a:solidFill>
          <a:latin typeface="+mn-lt"/>
          <a:ea typeface="+mn-ea"/>
          <a:cs typeface="+mn-cs"/>
        </a:defRPr>
      </a:lvl1pPr>
      <a:lvl2pPr marL="2709706" indent="-1042194" algn="l" defTabSz="1667512" rtl="0" eaLnBrk="1" latinLnBrk="0" hangingPunct="1">
        <a:spcBef>
          <a:spcPct val="20000"/>
        </a:spcBef>
        <a:buFont typeface="Arial"/>
        <a:buChar char="–"/>
        <a:defRPr sz="10172" kern="1200">
          <a:solidFill>
            <a:schemeClr val="tx1"/>
          </a:solidFill>
          <a:latin typeface="+mn-lt"/>
          <a:ea typeface="+mn-ea"/>
          <a:cs typeface="+mn-cs"/>
        </a:defRPr>
      </a:lvl2pPr>
      <a:lvl3pPr marL="4168779" indent="-833756" algn="l" defTabSz="1667512" rtl="0" eaLnBrk="1" latinLnBrk="0" hangingPunct="1">
        <a:spcBef>
          <a:spcPct val="20000"/>
        </a:spcBef>
        <a:buFont typeface="Arial"/>
        <a:buChar char="•"/>
        <a:defRPr sz="8776" kern="1200">
          <a:solidFill>
            <a:schemeClr val="tx1"/>
          </a:solidFill>
          <a:latin typeface="+mn-lt"/>
          <a:ea typeface="+mn-ea"/>
          <a:cs typeface="+mn-cs"/>
        </a:defRPr>
      </a:lvl3pPr>
      <a:lvl4pPr marL="5836290" indent="-833756" algn="l" defTabSz="1667512" rtl="0" eaLnBrk="1" latinLnBrk="0" hangingPunct="1">
        <a:spcBef>
          <a:spcPct val="20000"/>
        </a:spcBef>
        <a:buFont typeface="Arial"/>
        <a:buChar char="–"/>
        <a:defRPr sz="7280" kern="1200">
          <a:solidFill>
            <a:schemeClr val="tx1"/>
          </a:solidFill>
          <a:latin typeface="+mn-lt"/>
          <a:ea typeface="+mn-ea"/>
          <a:cs typeface="+mn-cs"/>
        </a:defRPr>
      </a:lvl4pPr>
      <a:lvl5pPr marL="7503803" indent="-833756" algn="l" defTabSz="1667512" rtl="0" eaLnBrk="1" latinLnBrk="0" hangingPunct="1">
        <a:spcBef>
          <a:spcPct val="20000"/>
        </a:spcBef>
        <a:buFont typeface="Arial"/>
        <a:buChar char="»"/>
        <a:defRPr sz="7280" kern="1200">
          <a:solidFill>
            <a:schemeClr val="tx1"/>
          </a:solidFill>
          <a:latin typeface="+mn-lt"/>
          <a:ea typeface="+mn-ea"/>
          <a:cs typeface="+mn-cs"/>
        </a:defRPr>
      </a:lvl5pPr>
      <a:lvl6pPr marL="9171314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6pPr>
      <a:lvl7pPr marL="10838826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7pPr>
      <a:lvl8pPr marL="12506337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8pPr>
      <a:lvl9pPr marL="14173849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1pPr>
      <a:lvl2pPr marL="166751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2pPr>
      <a:lvl3pPr marL="333502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3pPr>
      <a:lvl4pPr marL="5002535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4pPr>
      <a:lvl5pPr marL="6670046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5pPr>
      <a:lvl6pPr marL="8337559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6pPr>
      <a:lvl7pPr marL="1000507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7pPr>
      <a:lvl8pPr marL="1167258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8pPr>
      <a:lvl9pPr marL="1334009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1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37388800" cy="33410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582"/>
          </a:p>
        </p:txBody>
      </p:sp>
    </p:spTree>
    <p:extLst>
      <p:ext uri="{BB962C8B-B14F-4D97-AF65-F5344CB8AC3E}">
        <p14:creationId xmlns:p14="http://schemas.microsoft.com/office/powerpoint/2010/main" val="79083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86" r:id="rId3"/>
  </p:sldLayoutIdLst>
  <p:txStyles>
    <p:titleStyle>
      <a:lvl1pPr algn="ctr" defTabSz="1667512" rtl="0" eaLnBrk="1" latinLnBrk="0" hangingPunct="1">
        <a:spcBef>
          <a:spcPct val="0"/>
        </a:spcBef>
        <a:buNone/>
        <a:defRPr sz="160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0634" indent="-1250634" algn="l" defTabSz="1667512" rtl="0" eaLnBrk="1" latinLnBrk="0" hangingPunct="1">
        <a:spcBef>
          <a:spcPct val="20000"/>
        </a:spcBef>
        <a:buFont typeface="Arial"/>
        <a:buChar char="•"/>
        <a:defRPr sz="11668" kern="1200">
          <a:solidFill>
            <a:schemeClr val="tx1"/>
          </a:solidFill>
          <a:latin typeface="+mn-lt"/>
          <a:ea typeface="+mn-ea"/>
          <a:cs typeface="+mn-cs"/>
        </a:defRPr>
      </a:lvl1pPr>
      <a:lvl2pPr marL="2709706" indent="-1042194" algn="l" defTabSz="1667512" rtl="0" eaLnBrk="1" latinLnBrk="0" hangingPunct="1">
        <a:spcBef>
          <a:spcPct val="20000"/>
        </a:spcBef>
        <a:buFont typeface="Arial"/>
        <a:buChar char="–"/>
        <a:defRPr sz="10172" kern="1200">
          <a:solidFill>
            <a:schemeClr val="tx1"/>
          </a:solidFill>
          <a:latin typeface="+mn-lt"/>
          <a:ea typeface="+mn-ea"/>
          <a:cs typeface="+mn-cs"/>
        </a:defRPr>
      </a:lvl2pPr>
      <a:lvl3pPr marL="4168779" indent="-833756" algn="l" defTabSz="1667512" rtl="0" eaLnBrk="1" latinLnBrk="0" hangingPunct="1">
        <a:spcBef>
          <a:spcPct val="20000"/>
        </a:spcBef>
        <a:buFont typeface="Arial"/>
        <a:buChar char="•"/>
        <a:defRPr sz="8776" kern="1200">
          <a:solidFill>
            <a:schemeClr val="tx1"/>
          </a:solidFill>
          <a:latin typeface="+mn-lt"/>
          <a:ea typeface="+mn-ea"/>
          <a:cs typeface="+mn-cs"/>
        </a:defRPr>
      </a:lvl3pPr>
      <a:lvl4pPr marL="5836290" indent="-833756" algn="l" defTabSz="1667512" rtl="0" eaLnBrk="1" latinLnBrk="0" hangingPunct="1">
        <a:spcBef>
          <a:spcPct val="20000"/>
        </a:spcBef>
        <a:buFont typeface="Arial"/>
        <a:buChar char="–"/>
        <a:defRPr sz="7280" kern="1200">
          <a:solidFill>
            <a:schemeClr val="tx1"/>
          </a:solidFill>
          <a:latin typeface="+mn-lt"/>
          <a:ea typeface="+mn-ea"/>
          <a:cs typeface="+mn-cs"/>
        </a:defRPr>
      </a:lvl4pPr>
      <a:lvl5pPr marL="7503803" indent="-833756" algn="l" defTabSz="1667512" rtl="0" eaLnBrk="1" latinLnBrk="0" hangingPunct="1">
        <a:spcBef>
          <a:spcPct val="20000"/>
        </a:spcBef>
        <a:buFont typeface="Arial"/>
        <a:buChar char="»"/>
        <a:defRPr sz="7280" kern="1200">
          <a:solidFill>
            <a:schemeClr val="tx1"/>
          </a:solidFill>
          <a:latin typeface="+mn-lt"/>
          <a:ea typeface="+mn-ea"/>
          <a:cs typeface="+mn-cs"/>
        </a:defRPr>
      </a:lvl5pPr>
      <a:lvl6pPr marL="9171314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6pPr>
      <a:lvl7pPr marL="10838826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7pPr>
      <a:lvl8pPr marL="12506337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8pPr>
      <a:lvl9pPr marL="14173849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1pPr>
      <a:lvl2pPr marL="166751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2pPr>
      <a:lvl3pPr marL="333502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3pPr>
      <a:lvl4pPr marL="5002535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4pPr>
      <a:lvl5pPr marL="6670046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5pPr>
      <a:lvl6pPr marL="8337559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6pPr>
      <a:lvl7pPr marL="1000507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7pPr>
      <a:lvl8pPr marL="1167258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8pPr>
      <a:lvl9pPr marL="1334009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4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BABF35F-AA29-4D0D-B8A3-FEBA42A60C03}"/>
              </a:ext>
            </a:extLst>
          </p:cNvPr>
          <p:cNvSpPr/>
          <p:nvPr userDrawn="1"/>
        </p:nvSpPr>
        <p:spPr>
          <a:xfrm>
            <a:off x="0" y="0"/>
            <a:ext cx="37388800" cy="330590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582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1" r:id="rId2"/>
    <p:sldLayoutId id="2147483687" r:id="rId3"/>
  </p:sldLayoutIdLst>
  <p:txStyles>
    <p:titleStyle>
      <a:lvl1pPr algn="ctr" defTabSz="1667512" rtl="0" eaLnBrk="1" latinLnBrk="0" hangingPunct="1">
        <a:spcBef>
          <a:spcPct val="0"/>
        </a:spcBef>
        <a:buNone/>
        <a:defRPr sz="160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0634" indent="-1250634" algn="l" defTabSz="1667512" rtl="0" eaLnBrk="1" latinLnBrk="0" hangingPunct="1">
        <a:spcBef>
          <a:spcPct val="20000"/>
        </a:spcBef>
        <a:buFont typeface="Arial"/>
        <a:buChar char="•"/>
        <a:defRPr sz="11668" kern="1200">
          <a:solidFill>
            <a:schemeClr val="tx1"/>
          </a:solidFill>
          <a:latin typeface="+mn-lt"/>
          <a:ea typeface="+mn-ea"/>
          <a:cs typeface="+mn-cs"/>
        </a:defRPr>
      </a:lvl1pPr>
      <a:lvl2pPr marL="2709706" indent="-1042194" algn="l" defTabSz="1667512" rtl="0" eaLnBrk="1" latinLnBrk="0" hangingPunct="1">
        <a:spcBef>
          <a:spcPct val="20000"/>
        </a:spcBef>
        <a:buFont typeface="Arial"/>
        <a:buChar char="–"/>
        <a:defRPr sz="10172" kern="1200">
          <a:solidFill>
            <a:schemeClr val="tx1"/>
          </a:solidFill>
          <a:latin typeface="+mn-lt"/>
          <a:ea typeface="+mn-ea"/>
          <a:cs typeface="+mn-cs"/>
        </a:defRPr>
      </a:lvl2pPr>
      <a:lvl3pPr marL="4168779" indent="-833756" algn="l" defTabSz="1667512" rtl="0" eaLnBrk="1" latinLnBrk="0" hangingPunct="1">
        <a:spcBef>
          <a:spcPct val="20000"/>
        </a:spcBef>
        <a:buFont typeface="Arial"/>
        <a:buChar char="•"/>
        <a:defRPr sz="8776" kern="1200">
          <a:solidFill>
            <a:schemeClr val="tx1"/>
          </a:solidFill>
          <a:latin typeface="+mn-lt"/>
          <a:ea typeface="+mn-ea"/>
          <a:cs typeface="+mn-cs"/>
        </a:defRPr>
      </a:lvl3pPr>
      <a:lvl4pPr marL="5836290" indent="-833756" algn="l" defTabSz="1667512" rtl="0" eaLnBrk="1" latinLnBrk="0" hangingPunct="1">
        <a:spcBef>
          <a:spcPct val="20000"/>
        </a:spcBef>
        <a:buFont typeface="Arial"/>
        <a:buChar char="–"/>
        <a:defRPr sz="7280" kern="1200">
          <a:solidFill>
            <a:schemeClr val="tx1"/>
          </a:solidFill>
          <a:latin typeface="+mn-lt"/>
          <a:ea typeface="+mn-ea"/>
          <a:cs typeface="+mn-cs"/>
        </a:defRPr>
      </a:lvl4pPr>
      <a:lvl5pPr marL="7503803" indent="-833756" algn="l" defTabSz="1667512" rtl="0" eaLnBrk="1" latinLnBrk="0" hangingPunct="1">
        <a:spcBef>
          <a:spcPct val="20000"/>
        </a:spcBef>
        <a:buFont typeface="Arial"/>
        <a:buChar char="»"/>
        <a:defRPr sz="7280" kern="1200">
          <a:solidFill>
            <a:schemeClr val="tx1"/>
          </a:solidFill>
          <a:latin typeface="+mn-lt"/>
          <a:ea typeface="+mn-ea"/>
          <a:cs typeface="+mn-cs"/>
        </a:defRPr>
      </a:lvl5pPr>
      <a:lvl6pPr marL="9171314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6pPr>
      <a:lvl7pPr marL="10838826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7pPr>
      <a:lvl8pPr marL="12506337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8pPr>
      <a:lvl9pPr marL="14173849" indent="-833756" algn="l" defTabSz="1667512" rtl="0" eaLnBrk="1" latinLnBrk="0" hangingPunct="1">
        <a:spcBef>
          <a:spcPct val="20000"/>
        </a:spcBef>
        <a:buFont typeface="Arial"/>
        <a:buChar char="•"/>
        <a:defRPr sz="7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1pPr>
      <a:lvl2pPr marL="166751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2pPr>
      <a:lvl3pPr marL="333502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3pPr>
      <a:lvl4pPr marL="5002535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4pPr>
      <a:lvl5pPr marL="6670046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5pPr>
      <a:lvl6pPr marL="8337559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6pPr>
      <a:lvl7pPr marL="10005070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7pPr>
      <a:lvl8pPr marL="11672582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8pPr>
      <a:lvl9pPr marL="13340093" algn="l" defTabSz="1667512" rtl="0" eaLnBrk="1" latinLnBrk="0" hangingPunct="1">
        <a:defRPr sz="65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BAF1-B13F-31C0-0645-226797A4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CD42DBC-4531-FBF0-160B-D70AF446ADA9}"/>
              </a:ext>
            </a:extLst>
          </p:cNvPr>
          <p:cNvSpPr txBox="1"/>
          <p:nvPr/>
        </p:nvSpPr>
        <p:spPr>
          <a:xfrm>
            <a:off x="11523329" y="6041670"/>
            <a:ext cx="18473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31F1C1BB-99BA-4C0D-D0DB-5BA9F658CA9C}"/>
              </a:ext>
            </a:extLst>
          </p:cNvPr>
          <p:cNvSpPr txBox="1"/>
          <p:nvPr/>
        </p:nvSpPr>
        <p:spPr>
          <a:xfrm>
            <a:off x="10568903" y="21031200"/>
            <a:ext cx="58902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4D27DF46-7695-6029-4988-7EC65E0A1F50}"/>
              </a:ext>
            </a:extLst>
          </p:cNvPr>
          <p:cNvSpPr/>
          <p:nvPr/>
        </p:nvSpPr>
        <p:spPr>
          <a:xfrm>
            <a:off x="323078" y="3447938"/>
            <a:ext cx="18371322" cy="940959"/>
          </a:xfrm>
          <a:prstGeom prst="roundRect">
            <a:avLst/>
          </a:prstGeom>
          <a:solidFill>
            <a:srgbClr val="285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it-IT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ttangolo con angoli arrotondati 103">
            <a:extLst>
              <a:ext uri="{FF2B5EF4-FFF2-40B4-BE49-F238E27FC236}">
                <a16:creationId xmlns:a16="http://schemas.microsoft.com/office/drawing/2014/main" id="{31999356-CC91-1A2C-838E-000EDE3848FE}"/>
              </a:ext>
            </a:extLst>
          </p:cNvPr>
          <p:cNvSpPr/>
          <p:nvPr/>
        </p:nvSpPr>
        <p:spPr>
          <a:xfrm>
            <a:off x="323078" y="10515600"/>
            <a:ext cx="18371322" cy="940959"/>
          </a:xfrm>
          <a:prstGeom prst="roundRect">
            <a:avLst/>
          </a:prstGeom>
          <a:solidFill>
            <a:srgbClr val="285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8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115" name="Rettangolo con angoli arrotondati 114">
            <a:extLst>
              <a:ext uri="{FF2B5EF4-FFF2-40B4-BE49-F238E27FC236}">
                <a16:creationId xmlns:a16="http://schemas.microsoft.com/office/drawing/2014/main" id="{4623D33E-F1B9-0FB6-8CA8-4E5AE4C50146}"/>
              </a:ext>
            </a:extLst>
          </p:cNvPr>
          <p:cNvSpPr/>
          <p:nvPr/>
        </p:nvSpPr>
        <p:spPr>
          <a:xfrm>
            <a:off x="19431000" y="3443067"/>
            <a:ext cx="17504160" cy="940959"/>
          </a:xfrm>
          <a:prstGeom prst="roundRect">
            <a:avLst/>
          </a:prstGeom>
          <a:solidFill>
            <a:srgbClr val="285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it-IT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ttangolo con angoli arrotondati 117">
            <a:extLst>
              <a:ext uri="{FF2B5EF4-FFF2-40B4-BE49-F238E27FC236}">
                <a16:creationId xmlns:a16="http://schemas.microsoft.com/office/drawing/2014/main" id="{3073CAAB-1D89-A403-4191-73E9D07ED099}"/>
              </a:ext>
            </a:extLst>
          </p:cNvPr>
          <p:cNvSpPr/>
          <p:nvPr/>
        </p:nvSpPr>
        <p:spPr>
          <a:xfrm>
            <a:off x="19431000" y="12443747"/>
            <a:ext cx="17504160" cy="940959"/>
          </a:xfrm>
          <a:prstGeom prst="roundRect">
            <a:avLst/>
          </a:prstGeom>
          <a:solidFill>
            <a:srgbClr val="285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it-IT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ttangolo con angoli arrotondati 119">
            <a:extLst>
              <a:ext uri="{FF2B5EF4-FFF2-40B4-BE49-F238E27FC236}">
                <a16:creationId xmlns:a16="http://schemas.microsoft.com/office/drawing/2014/main" id="{C6FB0428-C348-91CF-D051-916020732125}"/>
              </a:ext>
            </a:extLst>
          </p:cNvPr>
          <p:cNvSpPr/>
          <p:nvPr/>
        </p:nvSpPr>
        <p:spPr>
          <a:xfrm>
            <a:off x="19430999" y="18500084"/>
            <a:ext cx="17504160" cy="606515"/>
          </a:xfrm>
          <a:prstGeom prst="roundRect">
            <a:avLst/>
          </a:prstGeom>
          <a:solidFill>
            <a:srgbClr val="285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DB2366F-B758-4BDD-BA39-0A02FA3105A2}"/>
              </a:ext>
            </a:extLst>
          </p:cNvPr>
          <p:cNvSpPr txBox="1"/>
          <p:nvPr/>
        </p:nvSpPr>
        <p:spPr>
          <a:xfrm>
            <a:off x="14264640" y="21275040"/>
            <a:ext cx="60884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AB54D07-DBE7-A1BE-CE6E-AEF6492E71C0}"/>
              </a:ext>
            </a:extLst>
          </p:cNvPr>
          <p:cNvSpPr txBox="1"/>
          <p:nvPr/>
        </p:nvSpPr>
        <p:spPr>
          <a:xfrm>
            <a:off x="14752320" y="13385864"/>
            <a:ext cx="1905972" cy="156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84D3D0D-37F5-622A-84C7-0B4252B2F1F8}"/>
              </a:ext>
            </a:extLst>
          </p:cNvPr>
          <p:cNvSpPr/>
          <p:nvPr/>
        </p:nvSpPr>
        <p:spPr>
          <a:xfrm>
            <a:off x="0" y="20746357"/>
            <a:ext cx="37388800" cy="284843"/>
          </a:xfrm>
          <a:prstGeom prst="rect">
            <a:avLst/>
          </a:prstGeom>
          <a:solidFill>
            <a:srgbClr val="285D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B6A34A1-7C4A-18E6-DEF2-57D47C47EC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704"/>
            <a:ext cx="37388800" cy="3346216"/>
          </a:xfrm>
          <a:prstGeom prst="rect">
            <a:avLst/>
          </a:prstGeom>
          <a:solidFill>
            <a:srgbClr val="1B3D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1D5BF8C2-4312-CFA3-9855-87C8ACADA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7918" y="1924601"/>
            <a:ext cx="26321081" cy="992272"/>
          </a:xfrm>
        </p:spPr>
        <p:txBody>
          <a:bodyPr/>
          <a:lstStyle/>
          <a:p>
            <a:r>
              <a:rPr lang="it-IT" sz="4000" dirty="0" err="1"/>
              <a:t>Authors</a:t>
            </a:r>
            <a:endParaRPr lang="it-IT" sz="4000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70190976-6605-E375-98AA-384FFE5B5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4632" y="526577"/>
            <a:ext cx="26647651" cy="1386075"/>
          </a:xfrm>
        </p:spPr>
        <p:txBody>
          <a:bodyPr/>
          <a:lstStyle/>
          <a:p>
            <a:r>
              <a:rPr lang="it-IT" sz="5000" b="0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23743178"/>
      </p:ext>
    </p:extLst>
  </p:cSld>
  <p:clrMapOvr>
    <a:masterClrMapping/>
  </p:clrMapOvr>
</p:sld>
</file>

<file path=ppt/theme/theme1.xml><?xml version="1.0" encoding="utf-8"?>
<a:theme xmlns:a="http://schemas.openxmlformats.org/drawingml/2006/main" name="2 Column">
  <a:themeElements>
    <a:clrScheme name="Benutzerdefiniert 4">
      <a:dk1>
        <a:srgbClr val="950B25"/>
      </a:dk1>
      <a:lt1>
        <a:srgbClr val="FFFFFF"/>
      </a:lt1>
      <a:dk2>
        <a:srgbClr val="950B25"/>
      </a:dk2>
      <a:lt2>
        <a:srgbClr val="D8D8D8"/>
      </a:lt2>
      <a:accent1>
        <a:srgbClr val="11273B"/>
      </a:accent1>
      <a:accent2>
        <a:srgbClr val="151515"/>
      </a:accent2>
      <a:accent3>
        <a:srgbClr val="D8D8D8"/>
      </a:accent3>
      <a:accent4>
        <a:srgbClr val="151515"/>
      </a:accent4>
      <a:accent5>
        <a:srgbClr val="D8D8D8"/>
      </a:accent5>
      <a:accent6>
        <a:srgbClr val="950B25"/>
      </a:accent6>
      <a:hlink>
        <a:srgbClr val="950B25"/>
      </a:hlink>
      <a:folHlink>
        <a:srgbClr val="950B25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31655131-AB8C-4F16-B8A4-60C358ECB9E5}"/>
    </a:ext>
  </a:extLst>
</a:theme>
</file>

<file path=ppt/theme/theme2.xml><?xml version="1.0" encoding="utf-8"?>
<a:theme xmlns:a="http://schemas.openxmlformats.org/drawingml/2006/main" name="3 Column">
  <a:themeElements>
    <a:clrScheme name="Smart Abstract">
      <a:dk1>
        <a:srgbClr val="224F76"/>
      </a:dk1>
      <a:lt1>
        <a:srgbClr val="FFFFFF"/>
      </a:lt1>
      <a:dk2>
        <a:srgbClr val="11273B"/>
      </a:dk2>
      <a:lt2>
        <a:srgbClr val="D8D8D8"/>
      </a:lt2>
      <a:accent1>
        <a:srgbClr val="11273B"/>
      </a:accent1>
      <a:accent2>
        <a:srgbClr val="193853"/>
      </a:accent2>
      <a:accent3>
        <a:srgbClr val="297FD5"/>
      </a:accent3>
      <a:accent4>
        <a:srgbClr val="0E57C4"/>
      </a:accent4>
      <a:accent5>
        <a:srgbClr val="5AA2AE"/>
      </a:accent5>
      <a:accent6>
        <a:srgbClr val="BE6513"/>
      </a:accent6>
      <a:hlink>
        <a:srgbClr val="0E57C4"/>
      </a:hlink>
      <a:folHlink>
        <a:srgbClr val="7F430C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5ED525C6-0C77-4D6B-BD68-26F521F66DD1}"/>
    </a:ext>
  </a:extLst>
</a:theme>
</file>

<file path=ppt/theme/theme3.xml><?xml version="1.0" encoding="utf-8"?>
<a:theme xmlns:a="http://schemas.openxmlformats.org/drawingml/2006/main" name="Mixed Column">
  <a:themeElements>
    <a:clrScheme name="Smart Abstract">
      <a:dk1>
        <a:srgbClr val="224F76"/>
      </a:dk1>
      <a:lt1>
        <a:srgbClr val="FFFFFF"/>
      </a:lt1>
      <a:dk2>
        <a:srgbClr val="11273B"/>
      </a:dk2>
      <a:lt2>
        <a:srgbClr val="D8D8D8"/>
      </a:lt2>
      <a:accent1>
        <a:srgbClr val="11273B"/>
      </a:accent1>
      <a:accent2>
        <a:srgbClr val="193853"/>
      </a:accent2>
      <a:accent3>
        <a:srgbClr val="297FD5"/>
      </a:accent3>
      <a:accent4>
        <a:srgbClr val="0E57C4"/>
      </a:accent4>
      <a:accent5>
        <a:srgbClr val="5AA2AE"/>
      </a:accent5>
      <a:accent6>
        <a:srgbClr val="BE6513"/>
      </a:accent6>
      <a:hlink>
        <a:srgbClr val="0E57C4"/>
      </a:hlink>
      <a:folHlink>
        <a:srgbClr val="7F430C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A046C049-BEEC-4103-973B-0855F84D45F4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61801</TotalTime>
  <Words>8</Words>
  <Application>Microsoft Macintosh PowerPoint</Application>
  <PresentationFormat>Personalizzato</PresentationFormat>
  <Paragraphs>8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Aptos</vt:lpstr>
      <vt:lpstr>Arial</vt:lpstr>
      <vt:lpstr>Arial Nova Light</vt:lpstr>
      <vt:lpstr>2 Column</vt:lpstr>
      <vt:lpstr>3 Column</vt:lpstr>
      <vt:lpstr>Mixed Column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Caroline Beddermann</dc:creator>
  <cp:lastModifiedBy>serra.davide</cp:lastModifiedBy>
  <cp:revision>85</cp:revision>
  <dcterms:created xsi:type="dcterms:W3CDTF">2020-04-27T15:44:51Z</dcterms:created>
  <dcterms:modified xsi:type="dcterms:W3CDTF">2026-05-12T00:16:32Z</dcterms:modified>
</cp:coreProperties>
</file>